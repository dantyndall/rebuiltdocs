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AEC2"/>
    <a:srgbClr val="CCCCCC"/>
    <a:srgbClr val="000000"/>
    <a:srgbClr val="97E76F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30" dt="2026-02-25T20:24:35.2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40" d="100"/>
          <a:sy n="140" d="100"/>
        </p:scale>
        <p:origin x="447" y="-52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2-25T20:28:47.621" v="624" actId="166"/>
      <pc:docMkLst>
        <pc:docMk/>
      </pc:docMkLst>
      <pc:sldChg chg="modSp mod">
        <pc:chgData name="Dan Tyndall" userId="36a36dfb8b9635bb" providerId="LiveId" clId="{89D54495-50C3-4D70-BC00-2EBDF1CACF95}" dt="2026-02-25T20:28:47.621" v="624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2-15T02:18:32.122" v="218" actId="1036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2-25T20:28:47.621" v="624" actId="166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2-15T02:29:12.282" v="449" actId="20577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2-15T02:29:10.429" v="448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2-15T02:29:09.664" v="447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2-25T20:23:10.373" v="530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2-15T02:26:03.055" v="391" actId="1036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2-25T20:27:20.513" v="623" actId="2057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">
          <ac:chgData name="Dan Tyndall" userId="36a36dfb8b9635bb" providerId="LiveId" clId="{89D54495-50C3-4D70-BC00-2EBDF1CACF95}" dt="2026-02-15T02:29:08.922" v="445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2-15T02:29:09.389" v="446" actId="107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2-15T02:18:32.122" v="218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1"/>
            <a:ext cx="3037840" cy="466434"/>
          </a:xfrm>
          <a:prstGeom prst="rect">
            <a:avLst/>
          </a:prstGeom>
        </p:spPr>
        <p:txBody>
          <a:bodyPr vert="horz" lIns="93066" tIns="46533" rIns="93066" bIns="46533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3938" y="1162050"/>
            <a:ext cx="2422525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66" tIns="46533" rIns="93066" bIns="4653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73893"/>
            <a:ext cx="5608320" cy="3660458"/>
          </a:xfrm>
          <a:prstGeom prst="rect">
            <a:avLst/>
          </a:prstGeom>
        </p:spPr>
        <p:txBody>
          <a:bodyPr vert="horz" lIns="93066" tIns="46533" rIns="93066" bIns="4653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829974"/>
            <a:ext cx="3037840" cy="466433"/>
          </a:xfrm>
          <a:prstGeom prst="rect">
            <a:avLst/>
          </a:prstGeom>
        </p:spPr>
        <p:txBody>
          <a:bodyPr vert="horz" lIns="93066" tIns="46533" rIns="93066" bIns="46533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23 Feb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60418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367293"/>
              </p:ext>
            </p:extLst>
          </p:nvPr>
        </p:nvGraphicFramePr>
        <p:xfrm>
          <a:off x="151130" y="246070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062119"/>
              </p:ext>
            </p:extLst>
          </p:nvPr>
        </p:nvGraphicFramePr>
        <p:xfrm>
          <a:off x="5910797" y="246338"/>
          <a:ext cx="1708651" cy="5358384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354637"/>
              </p:ext>
            </p:extLst>
          </p:nvPr>
        </p:nvGraphicFramePr>
        <p:xfrm>
          <a:off x="5908691" y="5686790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825617"/>
              </p:ext>
            </p:extLst>
          </p:nvPr>
        </p:nvGraphicFramePr>
        <p:xfrm>
          <a:off x="5908691" y="7264989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3396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2023Z 25 FEB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13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N/A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901281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99940"/>
            <a:ext cx="4352174" cy="984885"/>
            <a:chOff x="1504262" y="9025128"/>
            <a:chExt cx="4352174" cy="9848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0055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90054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984885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22067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16337</TotalTime>
  <Words>1350</Words>
  <Application>Microsoft Office PowerPoint</Application>
  <PresentationFormat>Custom</PresentationFormat>
  <Paragraphs>371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2026-02-15T02:46:18Z</cp:lastPrinted>
  <dcterms:created xsi:type="dcterms:W3CDTF">2025-01-05T00:25:39Z</dcterms:created>
  <dcterms:modified xsi:type="dcterms:W3CDTF">2026-02-25T20:28:51Z</dcterms:modified>
</cp:coreProperties>
</file>