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7C80"/>
    <a:srgbClr val="D7AEC2"/>
    <a:srgbClr val="97E76F"/>
    <a:srgbClr val="CCCCCC"/>
    <a:srgbClr val="000000"/>
    <a:srgbClr val="9DC3E6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63" dt="2026-04-15T03:24:46.5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25" d="100"/>
          <a:sy n="125" d="100"/>
        </p:scale>
        <p:origin x="1716" y="-3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4-15T04:30:03.405" v="2341" actId="166"/>
      <pc:docMkLst>
        <pc:docMk/>
      </pc:docMkLst>
      <pc:sldChg chg="addSp delSp modSp mod">
        <pc:chgData name="Dan Tyndall" userId="36a36dfb8b9635bb" providerId="LiveId" clId="{89D54495-50C3-4D70-BC00-2EBDF1CACF95}" dt="2026-04-15T04:30:03.405" v="2341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4-01T14:44:16.495" v="2208" actId="1036"/>
          <ac:spMkLst>
            <pc:docMk/>
            <pc:sldMk cId="852296657" sldId="256"/>
            <ac:spMk id="2" creationId="{C393B009-B5A7-DD54-44E2-6FB68D227C8F}"/>
          </ac:spMkLst>
        </pc:spChg>
        <pc:spChg chg="add del mod ord">
          <ac:chgData name="Dan Tyndall" userId="36a36dfb8b9635bb" providerId="LiveId" clId="{89D54495-50C3-4D70-BC00-2EBDF1CACF95}" dt="2026-04-15T04:30:03.405" v="2341" actId="166"/>
          <ac:spMkLst>
            <pc:docMk/>
            <pc:sldMk cId="852296657" sldId="256"/>
            <ac:spMk id="3" creationId="{F7B2A21F-247D-2BE5-93CA-79BE664CEC78}"/>
          </ac:spMkLst>
        </pc:spChg>
        <pc:spChg chg="add 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5" creationId="{EEB3822A-A030-E404-5D22-15E2ED98CF98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4" creationId="{A2D7C986-3F09-0594-8B38-E285E8579132}"/>
          </ac:spMkLst>
        </pc:spChg>
        <pc:spChg chg="mod">
          <ac:chgData name="Dan Tyndall" userId="36a36dfb8b9635bb" providerId="LiveId" clId="{89D54495-50C3-4D70-BC00-2EBDF1CACF95}" dt="2026-04-01T14:42:07.948" v="2126" actId="1582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23T00:09:37.419" v="985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4-15T03:29:21.450" v="2340" actId="20577"/>
          <ac:spMkLst>
            <pc:docMk/>
            <pc:sldMk cId="852296657" sldId="256"/>
            <ac:spMk id="24" creationId="{D329976B-9A2F-08E1-7FF4-B4287605D0CD}"/>
          </ac:spMkLst>
        </pc:spChg>
        <pc:grpChg chg="add mod">
          <ac:chgData name="Dan Tyndall" userId="36a36dfb8b9635bb" providerId="LiveId" clId="{89D54495-50C3-4D70-BC00-2EBDF1CACF95}" dt="2026-04-01T14:44:16.495" v="2208" actId="1036"/>
          <ac:grpSpMkLst>
            <pc:docMk/>
            <pc:sldMk cId="852296657" sldId="256"/>
            <ac:grpSpMk id="6" creationId="{2639D407-3871-C06B-B6C9-8744450B1F16}"/>
          </ac:grpSpMkLst>
        </pc:grpChg>
        <pc:grpChg chg="mod">
          <ac:chgData name="Dan Tyndall" userId="36a36dfb8b9635bb" providerId="LiveId" clId="{89D54495-50C3-4D70-BC00-2EBDF1CACF95}" dt="2026-03-31T22:47:19.256" v="1273" actId="164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4-01T14:56:58.420" v="2303" actId="20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4-01T14:37:27.417" v="1984" actId="113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 modGraphic">
          <ac:chgData name="Dan Tyndall" userId="36a36dfb8b9635bb" providerId="LiveId" clId="{89D54495-50C3-4D70-BC00-2EBDF1CACF95}" dt="2026-04-01T14:46:52.120" v="2292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4-01T14:46:37.866" v="2279" actId="103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4-01T14:44:16.495" v="2208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3077739" cy="471054"/>
          </a:xfrm>
          <a:prstGeom prst="rect">
            <a:avLst/>
          </a:prstGeom>
        </p:spPr>
        <p:txBody>
          <a:bodyPr vert="horz" lIns="94065" tIns="47034" rIns="94065" bIns="4703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6" y="1"/>
            <a:ext cx="3077739" cy="471054"/>
          </a:xfrm>
          <a:prstGeom prst="rect">
            <a:avLst/>
          </a:prstGeom>
        </p:spPr>
        <p:txBody>
          <a:bodyPr vert="horz" lIns="94065" tIns="47034" rIns="94065" bIns="47034" rtlCol="0"/>
          <a:lstStyle>
            <a:lvl1pPr algn="r">
              <a:defRPr sz="1200"/>
            </a:lvl1pPr>
          </a:lstStyle>
          <a:p>
            <a:fld id="{A4389002-FAFD-4675-8BE8-A0C80DF0744B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71575"/>
            <a:ext cx="2447925" cy="31702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065" tIns="47034" rIns="94065" bIns="4703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9" y="4518209"/>
            <a:ext cx="5681980" cy="3696712"/>
          </a:xfrm>
          <a:prstGeom prst="rect">
            <a:avLst/>
          </a:prstGeom>
        </p:spPr>
        <p:txBody>
          <a:bodyPr vert="horz" lIns="94065" tIns="47034" rIns="94065" bIns="4703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8917436"/>
            <a:ext cx="3077739" cy="471053"/>
          </a:xfrm>
          <a:prstGeom prst="rect">
            <a:avLst/>
          </a:prstGeom>
        </p:spPr>
        <p:txBody>
          <a:bodyPr vert="horz" lIns="94065" tIns="47034" rIns="94065" bIns="4703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6" y="8917436"/>
            <a:ext cx="3077739" cy="471053"/>
          </a:xfrm>
          <a:prstGeom prst="rect">
            <a:avLst/>
          </a:prstGeom>
        </p:spPr>
        <p:txBody>
          <a:bodyPr vert="horz" lIns="94065" tIns="47034" rIns="94065" bIns="47034" rtlCol="0" anchor="b"/>
          <a:lstStyle>
            <a:lvl1pPr algn="r">
              <a:defRPr sz="12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11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70681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083547"/>
              </p:ext>
            </p:extLst>
          </p:nvPr>
        </p:nvGraphicFramePr>
        <p:xfrm>
          <a:off x="151130" y="153995"/>
          <a:ext cx="5702046" cy="8906256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VWS,SSV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damage/functionally impair opponent ROBOT within their FRAME PERIMETER with your bumpers fully outside of your ALLIANCE ZONE (AUTO exception unless G403 also violated; BUMPER opening contact and cosmetic damage excepted)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intentionally/recklessly damage opponent ROBOT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 over,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471653"/>
              </p:ext>
            </p:extLst>
          </p:nvPr>
        </p:nvGraphicFramePr>
        <p:xfrm>
          <a:off x="5910797" y="152993"/>
          <a:ext cx="1708651" cy="5779008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if due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amage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0709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iolations during event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831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681229"/>
              </p:ext>
            </p:extLst>
          </p:nvPr>
        </p:nvGraphicFramePr>
        <p:xfrm>
          <a:off x="5908691" y="6053905"/>
          <a:ext cx="1708653" cy="12252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3017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95042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 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05526"/>
              </p:ext>
            </p:extLst>
          </p:nvPr>
        </p:nvGraphicFramePr>
        <p:xfrm>
          <a:off x="5908691" y="7394943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240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360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50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43659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0318Z 15 APR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21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8:44 PM 09 APR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485358" y="9119607"/>
            <a:ext cx="611922" cy="2783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639D407-3871-C06B-B6C9-8744450B1F16}"/>
              </a:ext>
            </a:extLst>
          </p:cNvPr>
          <p:cNvGrpSpPr/>
          <p:nvPr/>
        </p:nvGrpSpPr>
        <p:grpSpPr>
          <a:xfrm>
            <a:off x="1504262" y="9086389"/>
            <a:ext cx="4352174" cy="847726"/>
            <a:chOff x="1504262" y="9097424"/>
            <a:chExt cx="4352174" cy="8477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527BBCD-A046-3C69-0CB1-82CF7538204E}"/>
                </a:ext>
              </a:extLst>
            </p:cNvPr>
            <p:cNvGrpSpPr/>
            <p:nvPr/>
          </p:nvGrpSpPr>
          <p:grpSpPr>
            <a:xfrm>
              <a:off x="1504262" y="9097424"/>
              <a:ext cx="4352174" cy="847726"/>
              <a:chOff x="1504262" y="9009842"/>
              <a:chExt cx="4352174" cy="11335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D620A0-96A1-FCD4-622B-C7D3B293EEC9}"/>
                  </a:ext>
                </a:extLst>
              </p:cNvPr>
              <p:cNvSpPr/>
              <p:nvPr/>
            </p:nvSpPr>
            <p:spPr>
              <a:xfrm>
                <a:off x="1798062" y="9025641"/>
                <a:ext cx="4058374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2D7C986-3F09-0594-8B38-E285E8579132}"/>
                  </a:ext>
                </a:extLst>
              </p:cNvPr>
              <p:cNvSpPr txBox="1"/>
              <p:nvPr/>
            </p:nvSpPr>
            <p:spPr>
              <a:xfrm>
                <a:off x="1798063" y="9010361"/>
                <a:ext cx="2020824" cy="954107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qualify for a specific level, ROBOTS must meet the following conditions:</a:t>
                </a:r>
                <a:b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1: ROBOT is not touching CARPET or TOWER BASE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2: ROBOT’s BUMPERS are completely above the LOW RUNG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3: ROBOT’s BUMPERS are completely above the MID RUNG</a:t>
                </a:r>
              </a:p>
              <a:p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E0E575-27E0-87DA-55D5-38B1219BDCA9}"/>
                  </a:ext>
                </a:extLst>
              </p:cNvPr>
              <p:cNvSpPr txBox="1"/>
              <p:nvPr/>
            </p:nvSpPr>
            <p:spPr>
              <a:xfrm>
                <a:off x="1504262" y="9025643"/>
                <a:ext cx="292388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txBody>
              <a:bodyPr vert="vert270" wrap="square" lIns="45720" tIns="45720" rIns="45720" bIns="45720" rtlCol="0" anchor="ctr">
                <a:spAutoFit/>
              </a:bodyPr>
              <a:lstStyle/>
              <a:p>
                <a:pPr algn="ctr"/>
                <a:r>
                  <a:rPr lang="en-US" sz="65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SCORING ASSESSMENT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FE5694-A65D-A047-AA80-E10CFE5012A0}"/>
                  </a:ext>
                </a:extLst>
              </p:cNvPr>
              <p:cNvSpPr txBox="1"/>
              <p:nvPr/>
            </p:nvSpPr>
            <p:spPr>
              <a:xfrm>
                <a:off x="3774437" y="9009842"/>
                <a:ext cx="2020824" cy="892552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must be contacting at least one RUNG and/or at least one UPRIGHT on their TOWER, and may only contact the following:</a:t>
                </a: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ROBOTS only earn LEVEL 1 points during AUTO, and a single level at the end of TELEOP.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B3822A-A030-E404-5D22-15E2ED98CF98}"/>
                </a:ext>
              </a:extLst>
            </p:cNvPr>
            <p:cNvSpPr txBox="1"/>
            <p:nvPr/>
          </p:nvSpPr>
          <p:spPr>
            <a:xfrm>
              <a:off x="3813387" y="9402880"/>
              <a:ext cx="2020824" cy="274320"/>
            </a:xfrm>
            <a:prstGeom prst="rect">
              <a:avLst/>
            </a:prstGeom>
            <a:noFill/>
          </p:spPr>
          <p:txBody>
            <a:bodyPr wrap="square" lIns="45720" tIns="45720" rIns="45720" bIns="45720" numCol="2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624697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47018</TotalTime>
  <Words>1405</Words>
  <Application>Microsoft Office PowerPoint</Application>
  <PresentationFormat>Custom</PresentationFormat>
  <Paragraphs>385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2026-04-15T03:43:40Z</cp:lastPrinted>
  <dcterms:created xsi:type="dcterms:W3CDTF">2025-01-05T00:25:39Z</dcterms:created>
  <dcterms:modified xsi:type="dcterms:W3CDTF">2026-04-15T04:30:05Z</dcterms:modified>
</cp:coreProperties>
</file>