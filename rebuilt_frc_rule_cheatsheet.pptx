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010400" cy="9296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E76F"/>
    <a:srgbClr val="D7AEC2"/>
    <a:srgbClr val="CCCCCC"/>
    <a:srgbClr val="000000"/>
    <a:srgbClr val="FFFF99"/>
    <a:srgbClr val="9DC3E6"/>
    <a:srgbClr val="FF7C80"/>
    <a:srgbClr val="F5B183"/>
    <a:srgbClr val="FFDB92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A4A79-4744-402B-BB1E-DE6DA07840E2}" v="33" dt="2026-03-06T01:29:20.6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130" d="100"/>
          <a:sy n="130" d="100"/>
        </p:scale>
        <p:origin x="687" y="-45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3-06T01:54:54.720" v="826" actId="166"/>
      <pc:docMkLst>
        <pc:docMk/>
      </pc:docMkLst>
      <pc:sldChg chg="modSp mod">
        <pc:chgData name="Dan Tyndall" userId="36a36dfb8b9635bb" providerId="LiveId" clId="{89D54495-50C3-4D70-BC00-2EBDF1CACF95}" dt="2026-03-06T01:54:54.720" v="826" actId="166"/>
        <pc:sldMkLst>
          <pc:docMk/>
          <pc:sldMk cId="852296657" sldId="256"/>
        </pc:sldMkLst>
        <pc:spChg chg="mod">
          <ac:chgData name="Dan Tyndall" userId="36a36dfb8b9635bb" providerId="LiveId" clId="{89D54495-50C3-4D70-BC00-2EBDF1CACF95}" dt="2026-03-06T01:18:02.845" v="655" actId="1035"/>
          <ac:spMkLst>
            <pc:docMk/>
            <pc:sldMk cId="852296657" sldId="256"/>
            <ac:spMk id="2" creationId="{C393B009-B5A7-DD54-44E2-6FB68D227C8F}"/>
          </ac:spMkLst>
        </pc:spChg>
        <pc:spChg chg="mod ord">
          <ac:chgData name="Dan Tyndall" userId="36a36dfb8b9635bb" providerId="LiveId" clId="{89D54495-50C3-4D70-BC00-2EBDF1CACF95}" dt="2026-03-06T01:54:54.720" v="826" actId="166"/>
          <ac:spMkLst>
            <pc:docMk/>
            <pc:sldMk cId="852296657" sldId="256"/>
            <ac:spMk id="3" creationId="{F7B2A21F-247D-2BE5-93CA-79BE664CEC78}"/>
          </ac:spMkLst>
        </pc:spChg>
        <pc:spChg chg="mod">
          <ac:chgData name="Dan Tyndall" userId="36a36dfb8b9635bb" providerId="LiveId" clId="{89D54495-50C3-4D70-BC00-2EBDF1CACF95}" dt="2026-03-06T01:16:30.206" v="646" actId="20577"/>
          <ac:spMkLst>
            <pc:docMk/>
            <pc:sldMk cId="852296657" sldId="256"/>
            <ac:spMk id="11" creationId="{17FE5694-A65D-A047-AA80-E10CFE5012A0}"/>
          </ac:spMkLst>
        </pc:spChg>
        <pc:spChg chg="mod">
          <ac:chgData name="Dan Tyndall" userId="36a36dfb8b9635bb" providerId="LiveId" clId="{89D54495-50C3-4D70-BC00-2EBDF1CACF95}" dt="2026-03-06T01:16:52.869" v="647" actId="14100"/>
          <ac:spMkLst>
            <pc:docMk/>
            <pc:sldMk cId="852296657" sldId="256"/>
            <ac:spMk id="16" creationId="{B7D620A0-96A1-FCD4-622B-C7D3B293EEC9}"/>
          </ac:spMkLst>
        </pc:spChg>
        <pc:spChg chg="mod">
          <ac:chgData name="Dan Tyndall" userId="36a36dfb8b9635bb" providerId="LiveId" clId="{89D54495-50C3-4D70-BC00-2EBDF1CACF95}" dt="2026-03-06T01:16:56.457" v="648" actId="14100"/>
          <ac:spMkLst>
            <pc:docMk/>
            <pc:sldMk cId="852296657" sldId="256"/>
            <ac:spMk id="17" creationId="{DFE0E575-27E0-87DA-55D5-38B1219BDCA9}"/>
          </ac:spMkLst>
        </pc:spChg>
        <pc:spChg chg="mod">
          <ac:chgData name="Dan Tyndall" userId="36a36dfb8b9635bb" providerId="LiveId" clId="{89D54495-50C3-4D70-BC00-2EBDF1CACF95}" dt="2026-03-06T01:46:28.032" v="825" actId="20577"/>
          <ac:spMkLst>
            <pc:docMk/>
            <pc:sldMk cId="852296657" sldId="256"/>
            <ac:spMk id="24" creationId="{D329976B-9A2F-08E1-7FF4-B4287605D0CD}"/>
          </ac:spMkLst>
        </pc:spChg>
        <pc:grpChg chg="mod">
          <ac:chgData name="Dan Tyndall" userId="36a36dfb8b9635bb" providerId="LiveId" clId="{89D54495-50C3-4D70-BC00-2EBDF1CACF95}" dt="2026-03-06T01:18:02.845" v="655" actId="1035"/>
          <ac:grpSpMkLst>
            <pc:docMk/>
            <pc:sldMk cId="852296657" sldId="256"/>
            <ac:grpSpMk id="12" creationId="{F527BBCD-A046-3C69-0CB1-82CF7538204E}"/>
          </ac:grpSpMkLst>
        </pc:grpChg>
        <pc:graphicFrameChg chg="mod modGraphic">
          <ac:chgData name="Dan Tyndall" userId="36a36dfb8b9635bb" providerId="LiveId" clId="{89D54495-50C3-4D70-BC00-2EBDF1CACF95}" dt="2026-03-06T01:29:20.620" v="709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 modGraphic">
          <ac:chgData name="Dan Tyndall" userId="36a36dfb8b9635bb" providerId="LiveId" clId="{89D54495-50C3-4D70-BC00-2EBDF1CACF95}" dt="2026-03-06T01:30:00.862" v="748" actId="20577"/>
          <ac:graphicFrameMkLst>
            <pc:docMk/>
            <pc:sldMk cId="852296657" sldId="256"/>
            <ac:graphicFrameMk id="8" creationId="{F8269C52-448A-A778-5CB9-B7439A9199A6}"/>
          </ac:graphicFrameMkLst>
        </pc:graphicFrameChg>
        <pc:graphicFrameChg chg="mod">
          <ac:chgData name="Dan Tyndall" userId="36a36dfb8b9635bb" providerId="LiveId" clId="{89D54495-50C3-4D70-BC00-2EBDF1CACF95}" dt="2026-03-06T01:30:11.639" v="763" actId="1035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3-06T01:18:02.845" v="655" actId="1035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mod">
          <ac:chgData name="Dan Tyndall" userId="36a36dfb8b9635bb" providerId="LiveId" clId="{89D54495-50C3-4D70-BC00-2EBDF1CACF95}" dt="2026-03-06T01:18:02.845" v="655" actId="1035"/>
          <ac:picMkLst>
            <pc:docMk/>
            <pc:sldMk cId="852296657" sldId="256"/>
            <ac:picMk id="9" creationId="{87058378-B8BA-D138-8C91-ACFE8F7F9B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6434"/>
          </a:xfrm>
          <a:prstGeom prst="rect">
            <a:avLst/>
          </a:prstGeom>
        </p:spPr>
        <p:txBody>
          <a:bodyPr vert="horz" lIns="93066" tIns="46533" rIns="93066" bIns="46533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1"/>
            <a:ext cx="3037840" cy="466434"/>
          </a:xfrm>
          <a:prstGeom prst="rect">
            <a:avLst/>
          </a:prstGeom>
        </p:spPr>
        <p:txBody>
          <a:bodyPr vert="horz" lIns="93066" tIns="46533" rIns="93066" bIns="46533" rtlCol="0"/>
          <a:lstStyle>
            <a:lvl1pPr algn="r">
              <a:defRPr sz="1300"/>
            </a:lvl1pPr>
          </a:lstStyle>
          <a:p>
            <a:fld id="{A4389002-FAFD-4675-8BE8-A0C80DF0744B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3938" y="1162050"/>
            <a:ext cx="2422525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66" tIns="46533" rIns="93066" bIns="4653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73893"/>
            <a:ext cx="5608320" cy="3660458"/>
          </a:xfrm>
          <a:prstGeom prst="rect">
            <a:avLst/>
          </a:prstGeom>
        </p:spPr>
        <p:txBody>
          <a:bodyPr vert="horz" lIns="93066" tIns="46533" rIns="93066" bIns="4653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74"/>
            <a:ext cx="3037840" cy="466433"/>
          </a:xfrm>
          <a:prstGeom prst="rect">
            <a:avLst/>
          </a:prstGeom>
        </p:spPr>
        <p:txBody>
          <a:bodyPr vert="horz" lIns="93066" tIns="46533" rIns="93066" bIns="46533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829974"/>
            <a:ext cx="3037840" cy="466433"/>
          </a:xfrm>
          <a:prstGeom prst="rect">
            <a:avLst/>
          </a:prstGeom>
        </p:spPr>
        <p:txBody>
          <a:bodyPr vert="horz" lIns="93066" tIns="46533" rIns="93066" bIns="46533" rtlCol="0" anchor="b"/>
          <a:lstStyle>
            <a:lvl1pPr algn="r">
              <a:defRPr sz="13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01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594656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734651"/>
              </p:ext>
            </p:extLst>
          </p:nvPr>
        </p:nvGraphicFramePr>
        <p:xfrm>
          <a:off x="151130" y="236545"/>
          <a:ext cx="5702046" cy="8613267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75831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guardrail; enter only when FIELD is green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access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VW applies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contact opponent during AUTO if your BUMPERS are completely across CENTER LINE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 (greater than momentary contact or controlled redirection)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VWIS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BAB8D4"/>
                        </a:gs>
                        <a:gs pos="80000">
                          <a:srgbClr val="9DC3E6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7013" algn="ctr"/>
                        </a:tabLs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	r	VWIS</a:t>
                      </a:r>
                    </a:p>
                  </a:txBody>
                  <a:tcPr marL="0" marR="0" marT="9144" marB="914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BAB8D4"/>
                        </a:gs>
                        <a:gs pos="20000">
                          <a:srgbClr val="D7AEC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 (greater than MOMENTARY or consequential), or beyond 12” horizontally, or be taller than 30” 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Stay out of opponent ROBOTS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damaging or functionally impairing opponent ROBOTS, deliberately or within ROBOT PERIMETER regardless of intent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OUTPOST bottom opening, or thrown over ALLIANCE WALL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222455"/>
              </p:ext>
            </p:extLst>
          </p:nvPr>
        </p:nvGraphicFramePr>
        <p:xfrm>
          <a:off x="5910797" y="236813"/>
          <a:ext cx="1708651" cy="5468112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stored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516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800204"/>
              </p:ext>
            </p:extLst>
          </p:nvPr>
        </p:nvGraphicFramePr>
        <p:xfrm>
          <a:off x="5908691" y="5779063"/>
          <a:ext cx="1708653" cy="149504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3209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</a:t>
                      </a:r>
                    </a:p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131353"/>
              </p:ext>
            </p:extLst>
          </p:nvPr>
        </p:nvGraphicFramePr>
        <p:xfrm>
          <a:off x="5908691" y="7338825"/>
          <a:ext cx="1708652" cy="253647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285526"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RANK. PTS.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324444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updated: 0131Z 06 MAR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15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5:46 PM 04 MAR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297988" y="8891756"/>
            <a:ext cx="986662" cy="44873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527BBCD-A046-3C69-0CB1-82CF7538204E}"/>
              </a:ext>
            </a:extLst>
          </p:cNvPr>
          <p:cNvGrpSpPr/>
          <p:nvPr/>
        </p:nvGrpSpPr>
        <p:grpSpPr>
          <a:xfrm>
            <a:off x="1504262" y="8890415"/>
            <a:ext cx="4352174" cy="1077218"/>
            <a:chOff x="1504262" y="9025128"/>
            <a:chExt cx="4352174" cy="107721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D620A0-96A1-FCD4-622B-C7D3B293EEC9}"/>
                </a:ext>
              </a:extLst>
            </p:cNvPr>
            <p:cNvSpPr/>
            <p:nvPr/>
          </p:nvSpPr>
          <p:spPr>
            <a:xfrm>
              <a:off x="1798062" y="9025641"/>
              <a:ext cx="4058374" cy="984371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D7C986-3F09-0594-8B38-E285E8579132}"/>
                </a:ext>
              </a:extLst>
            </p:cNvPr>
            <p:cNvSpPr txBox="1"/>
            <p:nvPr/>
          </p:nvSpPr>
          <p:spPr>
            <a:xfrm>
              <a:off x="1798063" y="9025644"/>
              <a:ext cx="2020824" cy="954107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 qualify for a specific level, ROBOTS must meet the following conditions:</a:t>
              </a:r>
              <a:b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1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1: ROBOT is not touching CARPET or TOWER BASE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2: ROBOT’s BUMPERS are completely above the LOW RUNG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3: ROBOT’s BUMPERS are completely above the MID RUNG</a:t>
              </a:r>
            </a:p>
            <a:p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FE0E575-27E0-87DA-55D5-38B1219BDCA9}"/>
                </a:ext>
              </a:extLst>
            </p:cNvPr>
            <p:cNvSpPr txBox="1"/>
            <p:nvPr/>
          </p:nvSpPr>
          <p:spPr>
            <a:xfrm>
              <a:off x="1504262" y="9025643"/>
              <a:ext cx="292388" cy="984369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txBody>
            <a:bodyPr vert="vert270" wrap="square" lIns="45720" tIns="45720" rIns="45720" bIns="45720" rtlCol="0" anchor="ctr">
              <a:spAutoFit/>
            </a:bodyPr>
            <a:lstStyle/>
            <a:p>
              <a:pPr algn="ctr"/>
              <a:r>
                <a:rPr lang="en-US" sz="650" b="1" dirty="0">
                  <a:latin typeface="Arial" panose="020B0604020202020204" pitchFamily="34" charset="0"/>
                  <a:cs typeface="Arial" panose="020B0604020202020204" pitchFamily="34" charset="0"/>
                </a:rPr>
                <a:t>ROBOT SCORING ASSESSMENT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FE5694-A65D-A047-AA80-E10CFE5012A0}"/>
                </a:ext>
              </a:extLst>
            </p:cNvPr>
            <p:cNvSpPr txBox="1"/>
            <p:nvPr/>
          </p:nvSpPr>
          <p:spPr>
            <a:xfrm>
              <a:off x="3774437" y="9025128"/>
              <a:ext cx="2020824" cy="1077218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 must be contacting at least one RUNG and/or at least one UPRIGHT on their TOWER, and may only contact the following: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ROBOTS only earn LEVEL 1 points during AUTO, and a single level at the end of TELEOP.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512542"/>
            <a:ext cx="1360388" cy="36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22642</TotalTime>
  <Words>1367</Words>
  <Application>Microsoft Office PowerPoint</Application>
  <PresentationFormat>Custom</PresentationFormat>
  <Paragraphs>374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3</cp:revision>
  <cp:lastPrinted>2026-03-06T01:47:34Z</cp:lastPrinted>
  <dcterms:created xsi:type="dcterms:W3CDTF">2025-01-05T00:25:39Z</dcterms:created>
  <dcterms:modified xsi:type="dcterms:W3CDTF">2026-03-06T01:54:56Z</dcterms:modified>
</cp:coreProperties>
</file>